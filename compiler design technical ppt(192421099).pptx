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FA2B4-6F84-41D3-B4AA-58C51E36F143}" v="36" dt="2026-04-28T16:42:47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91EF-720E-6D91-541A-F97FCC07C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5D2A2-7803-F5CB-07C6-1785801FA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470FE-428A-2AC4-C72B-C3F603B8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01981-6971-2BAE-4778-BEC4A9AA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2B224-0B61-E4E8-8597-15995B89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54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2E31-BDF9-A9BA-5725-F8ABA7F1C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3751-356F-3FC0-D60A-0E96628A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0E07B-B906-FE03-D4C1-0BD4EDC3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99834-3420-6E06-F520-BD6B998B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882AD-1D9D-7274-ED9C-C864F610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6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86D7-9E98-1AB8-289E-298B9CB9E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96CAC-5B99-06B9-FEC4-926BC3C3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708F0-9FBD-A0AF-051B-2B070DF1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824C3-5005-43C7-A2BF-8AB02DCA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B36D-DCA4-7876-8DBC-45C22879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9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975E-4F69-0190-3CE3-5A280EAF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10B0-FEA6-ACA9-F047-8687D91FC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2C678-6376-CB5C-5E8D-3CD75C95E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58515-E925-789B-1969-25F96AFD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54676-5AB5-4FF6-1E68-5218F56C7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C0E4E-F531-D44D-8376-82EF8E664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9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9ED9-BDC3-1E7A-D690-A2D5F2DC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77E5A-C368-CE7C-42EC-3D0B7FBE4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6EBD7-E6C5-12A0-E076-2CA1D9E39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1ADBB-5DFD-AE8B-3B3B-1AF27055B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2BE42-C1C0-93BD-8388-5E2348A0B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67DCE-9F32-FA09-199B-BCA8D95E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85C94-8C10-0269-F0BF-50675402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C10A0-0F14-92A9-3750-2B507FCC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02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CEA2-E160-5772-F533-908EBA3A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68A9F-D1C9-5586-BD71-E0B30553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C4F54-2F5A-E442-58F6-F25CF94F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D19EA-7B09-0212-AB60-683A5BC9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1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FAE83-13C2-3240-B200-B76C0C39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8D21F-1F05-99F1-A9DB-5DED9ADC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D1AD6-1250-3B81-5754-26FBC95B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23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5CF6-C5A3-2B49-40F8-F1962762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0DC47-7DA5-01BE-99DF-C96875D45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FE76F-E590-9C1F-9E7F-B9E566D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8F1D3-6CBC-577A-A13D-DFE99BC6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F19F8-1E2E-6A00-F019-CAF1038D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7433-4B39-15A9-7B08-CEFC477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B132-D164-B979-69EE-C2C01251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E796E-4C11-24E5-000A-7044C1821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A90B2-DF91-D473-2305-8CABF93CD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FFA3E-25D0-A0C9-44AD-21C5A3E4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D9677-CCC4-4730-D75E-FC8DAE27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DF141-434D-94B5-523F-46CEB657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55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EC18-5B72-C85A-6B0D-C551E87E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60974-0325-F6D6-DDF1-12C22635B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0224D-82EC-1F59-4F35-94521E20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E946D-0973-EB9D-545E-EA637416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575D5-210A-2AB2-20E8-36E36D12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3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E8BD70-114E-C022-9E0C-55C652F6F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19FAF-8D4B-9C7D-91CE-B9DD94656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6D14-3505-A918-33B6-B89A3AEF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1A44-0BBC-B380-2FCD-34EE347D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E7C56-065C-0560-1F72-42C1E2D5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48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4232F-581B-B7EE-05FB-C1A52AEF1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E6C23-19A2-B9C1-B7C6-BA1948D4C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DB785-5E07-227B-1318-E80D8D937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27D3C-9A6B-4238-8C41-3F0A83760329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09EC1-350A-BADE-E1AC-2A22F2A1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DE8CF-0AE5-42AD-59D7-071C9B325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0297-F378-4951-9258-703AC669F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96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366F-9808-2246-C586-3BB02DD4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806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</a:t>
            </a:r>
            <a:br>
              <a:rPr lang="en-IN" dirty="0"/>
            </a:br>
            <a:r>
              <a:rPr lang="en-IN" dirty="0"/>
              <a:t>                  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4EA98-3A9E-1BC2-2261-50EEA7E0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781175"/>
            <a:ext cx="11188700" cy="4558172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endParaRPr lang="en-US" sz="54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and Token Specification using LEX                                                           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                                                                             Supervisor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Prartana T                                                                 Dr G Michael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192421099                                                                   Professor      </a:t>
            </a:r>
          </a:p>
          <a:p>
            <a:pPr indent="0" algn="just">
              <a:buNone/>
              <a:defRPr>
                <a:effectLst>
                  <a:outerShdw blurRad="12700" dist="12700" dir="6300000" rotWithShape="0">
                    <a:srgbClr val="000000"/>
                  </a:outerShdw>
                </a:effectLst>
              </a:defRPr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Department of CSE</a:t>
            </a:r>
          </a:p>
          <a:p>
            <a:pPr marL="0" indent="0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7EE59849-9563-4136-BE64-6C1A6FEB9D3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1262" y="112712"/>
            <a:ext cx="10037762" cy="1030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41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BAF1-8C7A-C991-D2DF-059EE574E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7" y="197352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phase of the compiler.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source program.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characters into tokens.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white spaces and comments.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tokens to the syntax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3DE0A-423A-ED7D-62E5-B1A03DD70969}"/>
              </a:ext>
            </a:extLst>
          </p:cNvPr>
          <p:cNvSpPr txBox="1"/>
          <p:nvPr/>
        </p:nvSpPr>
        <p:spPr>
          <a:xfrm>
            <a:off x="702733" y="423333"/>
            <a:ext cx="9982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&amp; Tokens</a:t>
            </a:r>
          </a:p>
          <a:p>
            <a:pPr algn="ctr"/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93E69-DA02-C3A0-2AE2-60148F260FF6}"/>
              </a:ext>
            </a:extLst>
          </p:cNvPr>
          <p:cNvSpPr txBox="1"/>
          <p:nvPr/>
        </p:nvSpPr>
        <p:spPr>
          <a:xfrm>
            <a:off x="6824134" y="1999721"/>
            <a:ext cx="48090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Analyzer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40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6944-3185-AFDE-B86A-1ECEA8E9A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33" y="1053571"/>
            <a:ext cx="10515600" cy="26040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 Specification using LEX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specification defines rules for identifying tokens.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pattern is linked with an action.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input is converted into tokens automatically.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0EA4D5-5A2D-4E43-0813-4EF1BF0BE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725966"/>
              </p:ext>
            </p:extLst>
          </p:nvPr>
        </p:nvGraphicFramePr>
        <p:xfrm>
          <a:off x="1083733" y="40354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784048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30094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123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[0-9]+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2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[a-zA-Z]+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267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if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35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[+\-*/]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90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122F9-9C36-A3BC-E3A9-F4BD61D5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258594"/>
          </a:xfrm>
        </p:spPr>
        <p:txBody>
          <a:bodyPr>
            <a:no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LEX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source code.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input with Regex patterns.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matching token.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tokens.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tokens to the parser.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D1008-8BC5-A7FE-B267-83E8571362E3}"/>
              </a:ext>
            </a:extLst>
          </p:cNvPr>
          <p:cNvSpPr txBox="1"/>
          <p:nvPr/>
        </p:nvSpPr>
        <p:spPr>
          <a:xfrm>
            <a:off x="6773333" y="1369404"/>
            <a:ext cx="304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x = 10;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→ Keyword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 → Identifier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→ Operator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→ Number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2245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C5E6-4FA7-C4F1-BE9D-CFF1F2CC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2103437"/>
            <a:ext cx="4088674" cy="1325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only lexical analysis.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&gt;&gt;Complex Regex can be difficult.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&gt;&gt;Cannot detect syntax errors.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&gt;&gt;Requires proper rule definitions.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A81C-C8BC-3B1F-9733-8E66CA0A7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206" y="1690688"/>
            <a:ext cx="4741061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&gt;&gt;Automatic lexical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&gt;&gt;Faster token recognition.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&gt;&gt;Easy to maintain.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&gt;&gt;Detects lexical errors.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&gt;&gt;Reduces manual coding effort.</a:t>
            </a:r>
          </a:p>
        </p:txBody>
      </p:sp>
    </p:spTree>
    <p:extLst>
      <p:ext uri="{BB962C8B-B14F-4D97-AF65-F5344CB8AC3E}">
        <p14:creationId xmlns:p14="http://schemas.microsoft.com/office/powerpoint/2010/main" val="21716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4E57-D615-FCAF-F624-C2A15158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Token Specification using LEX</a:t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725DB-2B6D-CD46-989C-6972F7C9E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compiler efficiency.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token recognition.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compiler development.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development time.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reliable parsing.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96BBB-4801-8962-3A3F-77E5CC04B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67" y="1147762"/>
            <a:ext cx="5773208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4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FA9EE-0AA5-735D-84E5-1EF9A28C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1801-874E-CE3E-9C6C-738BAED3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028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0144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B265-986A-92BA-7DD7-2A2207D6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F7A385-0850-9B29-C628-0C706C00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717" y="939799"/>
            <a:ext cx="5143500" cy="523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7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273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Times New Roman</vt:lpstr>
      <vt:lpstr>Office Theme</vt:lpstr>
      <vt:lpstr>                                       Technical Presentation</vt:lpstr>
      <vt:lpstr>PowerPoint Presentation</vt:lpstr>
      <vt:lpstr> Token Specification using LEX Token specification defines rules for identifying tokens.  LEX uses Regular Expressions (Regex).  Each pattern is linked with an action.  Matching input is converted into tokens automatically. </vt:lpstr>
      <vt:lpstr>PowerPoint Presentation</vt:lpstr>
      <vt:lpstr>Disadvantages &gt;&gt;Performs only lexical analysis. &gt;&gt;Complex Regex can be difficult.  &gt;&gt;Cannot detect syntax errors.  &gt;&gt;Requires proper rule definitions. </vt:lpstr>
      <vt:lpstr>Importance of Token Specification using LEX 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</dc:title>
  <dc:creator>Rahul Babu</dc:creator>
  <cp:lastModifiedBy>Prartana T</cp:lastModifiedBy>
  <cp:revision>11</cp:revision>
  <dcterms:created xsi:type="dcterms:W3CDTF">2026-04-28T16:19:06Z</dcterms:created>
  <dcterms:modified xsi:type="dcterms:W3CDTF">2026-07-25T05:07:46Z</dcterms:modified>
</cp:coreProperties>
</file>